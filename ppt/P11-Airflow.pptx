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4E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PingFang SC"/>
              </a:defRPr>
            </a:pPr>
            <a:r>
              <a:t>dbt + Airflow 生产调度</a:t>
            </a:r>
          </a:p>
          <a:p>
            <a:pPr algn="ctr">
              <a:defRPr sz="1800">
                <a:solidFill>
                  <a:srgbClr val="BBCCEE"/>
                </a:solidFill>
                <a:latin typeface="PingFang SC"/>
              </a:defRPr>
            </a:pPr>
            <a:r>
              <a:t>dbt 从入门到精通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8AADD"/>
                </a:solidFill>
                <a:latin typeface="PingFang SC"/>
              </a:defRPr>
            </a:pPr>
            <a:r>
              <a:t>Nick github.com/raycdut/dbt-learn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0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82880"/>
          <a:lstStyle/>
          <a:p>
            <a:pPr algn="ctr">
              <a:defRPr sz="2600" b="1">
                <a:solidFill>
                  <a:srgbClr val="FFFFFF"/>
                </a:solidFill>
                <a:latin typeface="PingFang SC"/>
              </a:defRPr>
            </a:pPr>
            <a:r>
              <a:t>dbt + Airflow 生产调度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Airflow 管时间，dbt 管内容（分工明确）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BashOperator：最简单的方式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Cosmos：自动把每个 model 拆成独立 task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DockerOperator：环境隔离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834640"/>
            <a:ext cx="7772400" cy="1463040"/>
          </a:xfrm>
          <a:prstGeom prst="roundRect">
            <a:avLst/>
          </a:prstGeom>
          <a:solidFill>
            <a:srgbClr val="F3F4F6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00">
                <a:solidFill>
                  <a:srgbClr val="1E293B"/>
                </a:solidFill>
                <a:latin typeface="Menlo"/>
              </a:defRPr>
            </a:pPr>
            <a:r>
              <a:t>from cosmos import DbtDag</a:t>
            </a:r>
            <a:br/>
            <a:r>
              <a:t>dbt_dag = DbtDag(</a:t>
            </a:r>
            <a:br/>
            <a:r>
              <a:t>    project_config=ProjectConfig('/path/to/dbt'),</a:t>
            </a:r>
            <a:br/>
            <a:r>
              <a:t>    schedule='@daily',</a:t>
            </a:r>
            <a:br/>
            <a: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PingFang SC"/>
              </a:defRPr>
            </a:pPr>
            <a:r>
              <a:t>Cosmos 是 Airflow 官方推荐的集成方式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04E8A"/>
                </a:solidFill>
                <a:latin typeface="PingFang SC"/>
              </a:defRPr>
            </a:pPr>
            <a:r>
              <a:t>谢谢观看</a:t>
            </a:r>
          </a:p>
          <a:p>
            <a:pPr algn="ctr">
              <a:defRPr sz="1600">
                <a:solidFill>
                  <a:srgbClr val="6B7280"/>
                </a:solidFill>
                <a:latin typeface="PingFang SC"/>
              </a:defRPr>
            </a:pPr>
            <a:r>
              <a:t>配套代码：github.com/raycdut/dbt-learn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