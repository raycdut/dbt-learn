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宏和包管理：告别重复代码</a:t>
            </a:r>
          </a:p>
          <a:p>
            <a:pPr algn="ctr">
              <a:defRPr sz="1800">
                <a:solidFill>
                  <a:srgbClr val="BBCCEE"/>
                </a:solidFill>
                <a:latin typeface="PingFang SC"/>
              </a:defRPr>
            </a:pPr>
            <a:r>
              <a:t>dbt 从入门到精通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AADD"/>
                </a:solidFill>
                <a:latin typeface="PingFang SC"/>
              </a:defRPr>
            </a:pPr>
            <a:r>
              <a:t>Nick github.com/raycdut/dbt-learn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宏和包管理：告别重复代码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{% macro %} ... {% endmacro %} = SQL 函数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packages.yml + dbt deps 管理依赖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dbt_utils：最核心的通用宏包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codegen：自动生成 model 和 schema.yml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dbt_expectations：数据质量断言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154679"/>
            <a:ext cx="777240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1E293B"/>
                </a:solidFill>
                <a:latin typeface="Menlo"/>
              </a:defRPr>
            </a:pPr>
            <a:r>
              <a:t>{% macro clean_null(column, default='N/A') %}</a:t>
            </a:r>
            <a:br/>
            <a:r>
              <a:t>  COALESCE(NULLIF(TRIM({{ column }}), ''), '{{ default }}')</a:t>
            </a:r>
            <a:br/>
            <a:r>
              <a:t>{% endmacro %}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PingFang SC"/>
              </a:defRPr>
            </a:pPr>
            <a:r>
              <a:t>同一段 SQL 出现 3 次以上写成宏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04E8A"/>
                </a:solidFill>
                <a:latin typeface="PingFang SC"/>
              </a:defRPr>
            </a:pPr>
            <a:r>
              <a:t>谢谢观看</a:t>
            </a:r>
          </a:p>
          <a:p>
            <a:pPr algn="ctr">
              <a:defRPr sz="1600">
                <a:solidFill>
                  <a:srgbClr val="6B7280"/>
                </a:solidFill>
                <a:latin typeface="PingFang SC"/>
              </a:defRPr>
            </a:pPr>
            <a:r>
              <a:t>配套代码：github.com/raycdut/dbt-learn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