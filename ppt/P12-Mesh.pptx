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dbt Mesh：企业级多项目架构</a:t>
            </a:r>
          </a:p>
          <a:p>
            <a:pPr algn="ctr">
              <a:defRPr sz="1800">
                <a:solidFill>
                  <a:srgbClr val="BBCCEE"/>
                </a:solidFill>
                <a:latin typeface="PingFang SC"/>
              </a:defRPr>
            </a:pPr>
            <a:r>
              <a:t>dbt 从入门到精通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AADD"/>
                </a:solidFill>
                <a:latin typeface="PingFang SC"/>
              </a:defRPr>
            </a:pPr>
            <a:r>
              <a:t>Nick github.com/raycdut/dbt-learn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dbt Mesh：企业级多项目架构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团队 5+ 人或 100+ model -&gt; 用多项目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public / protected / private 三级访问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cross-project ref 跨项目引用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按层 / 按业务线 / 按团队拆分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777240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1E293B"/>
                </a:solidFill>
                <a:latin typeface="Menlo"/>
              </a:defRPr>
            </a:pPr>
            <a:r>
              <a:t>models:</a:t>
            </a:r>
            <a:br/>
            <a:r>
              <a:t>  marts_project:</a:t>
            </a:r>
            <a:br/>
            <a:r>
              <a:t>    marts:</a:t>
            </a:r>
            <a:br/>
            <a:r>
              <a:t>      fct_orders:</a:t>
            </a:r>
            <a:br/>
            <a:r>
              <a:t>        +access: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PingFang SC"/>
              </a:defRPr>
            </a:pPr>
            <a:r>
              <a:t>Public model = API，改了要通知下游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04E8A"/>
                </a:solidFill>
                <a:latin typeface="PingFang SC"/>
              </a:defRPr>
            </a:pPr>
            <a:r>
              <a:t>谢谢观看</a:t>
            </a:r>
          </a:p>
          <a:p>
            <a:pPr algn="ctr">
              <a:defRPr sz="1600">
                <a:solidFill>
                  <a:srgbClr val="6B7280"/>
                </a:solidFill>
                <a:latin typeface="PingFang SC"/>
              </a:defRPr>
            </a:pPr>
            <a:r>
              <a:t>配套代码：github.com/raycdut/dbt-learn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