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Hook + Operation：生产化配置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Hook + Operation：生产化配置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pre-hook / post-hook：model 前后自动执行 SQL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on-run-start / on-run-end：全局钩子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run-operation：手动执行宏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常见场景：自动授权 / 审计日志 / 数据量监控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on-run-end:</a:t>
            </a:r>
            <a:br/>
            <a:r>
              <a:t>  - INSERT INTO audit.run_log VALUES(</a:t>
            </a:r>
            <a:br/>
            <a:r>
              <a:t>      '{{ run_result.node.name }}', CURRENT_TIMESTAMP, '{{ run_result.status }}')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Hook 是生产化的关键一步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