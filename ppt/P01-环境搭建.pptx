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1800000"/>
            <a:ext cx="7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9DFF"/>
                </a:solidFill>
                <a:latin typeface="Arial"/>
              </a:defRPr>
            </a:pPr>
            <a:r>
              <a:t>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7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环境搭建 + 第一个项目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BBDD"/>
                </a:solidFill>
                <a:latin typeface="Arial"/>
              </a:defRPr>
            </a:pPr>
            <a:r>
              <a:t>dbt 从入门到精通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3900000"/>
            <a:ext cx="2000000" cy="3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41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Arial"/>
              </a:defRPr>
            </a:pPr>
            <a:r>
              <a:t>Nick  |  github.com/raycdut/dbt-learn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《高级工程师视角下的 dbt 通关指南》系列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📋  今天做什么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8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搭建 Python 虚拟环境 + 安装 dbt-core + dbt-duckdb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dbt init 创建项目，认识目录结构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配置 ~/.dbt/profiles.yml 连接 DuckDB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写第一个 model：SELECT 1 AS id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dbt run 执行 + dbt debug 调试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duckdb 命令行验证结果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了解 dbt 执行流程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1️⃣  Python 虚拟环境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3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是 Python 包，需要独立环境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防止依赖冲突（dbt 库版本要求严格）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推荐用 uv（比 pip 快 10 倍）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也可以用 Python 自带 venv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000" y="1100000"/>
            <a:ext cx="4000000" cy="23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00000" y="1180000"/>
            <a:ext cx="3800000" cy="2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# 方法一：使用 uv（推荐）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brew install uv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uv venv -p 3.12 ~/.venvs/dbt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source ~/.venvs/dbt/bin/activate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endParaRPr/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# 方法二：原生 venv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python3.12 -m venv ~/.venvs/dbt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source ~/.venvs/dbt/bin/activate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endParaRPr/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pip install dbt-core dbt-duckdb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dbt --version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3800000"/>
            <a:ext cx="8100000" cy="10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390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5555"/>
                </a:solidFill>
                <a:latin typeface="Arial"/>
              </a:defRPr>
            </a:pPr>
            <a:r>
              <a:t>⚠️  Python 3.14 不兼容！dbt-core 1.11.x 在 Python 3.14 上会报错。</a:t>
            </a:r>
            <a:br/>
            <a:r>
              <a:t>请使用 Python 3.12 或 3.13。  检查版本：python3 --version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5000000"/>
            <a:ext cx="8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99"/>
                </a:solidFill>
                <a:latin typeface="Arial"/>
              </a:defRPr>
            </a:pPr>
            <a:r>
              <a:t>💡  为什么选 DuckDB？本地文件数据库，零配置，学完切 Snowflake 只需换一行连接串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2️⃣  dbt init — 创建项目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000000"/>
            <a:ext cx="38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0000" y="1080000"/>
            <a:ext cx="36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dbt init dbt_learn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cd dbt_learn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400000"/>
            <a:ext cx="4200000" cy="3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2480000"/>
            <a:ext cx="4000000" cy="3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dbt_learn/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.gitignore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README.md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analyses/          ← 临时分析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dbt_project.yml    ← 核心配置 ★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macros/            ← Jinja 宏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models/            ← 模型 SQL  ★★★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│   └── example/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seeds/             ← CSV 数据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├── snapshots/         ← SCD 快照</a:t>
            </a:r>
          </a:p>
          <a:p>
            <a:pPr>
              <a:defRPr sz="1000">
                <a:solidFill>
                  <a:srgbClr val="CCCCDD"/>
                </a:solidFill>
                <a:latin typeface="Courier New"/>
              </a:defRPr>
            </a:pPr>
            <a:r>
              <a:t>└── tests/             ← 数据测试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0" y="1100000"/>
            <a:ext cx="3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80% 的时间在 models/ 里写 SQL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dbt_project.yml 控制所有配置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seeds/ 放 CSV 自动建表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约定优于配置 → 目录结构固定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与 Databricks 三层架构对应：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staging / intermediate / marts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→ bronze / silver / gold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3️⃣  配置数据库连接 — profiles.yml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4200000" cy="24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1180000"/>
            <a:ext cx="4000000" cy="2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~/.dbt/profiles.yml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dbt_learn: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outputs: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dev: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  type: duckdb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  path: dev.duckdb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  threads: 4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target: 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0000" y="1100000"/>
            <a:ext cx="4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 本身不存数据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它生成 SQL 去数据库执行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profiles.yml 告诉 dbt 连哪个库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DuckDB = 本地文件，无需服务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target: dev → 可加 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700000"/>
            <a:ext cx="8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C66"/>
                </a:solidFill>
                <a:latin typeface="Arial"/>
              </a:defRPr>
            </a:pPr>
            <a:r>
              <a:t>验证连接：dbt debug  →  All checks passed!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4300000"/>
            <a:ext cx="8300000" cy="2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000" y="4380000"/>
            <a:ext cx="8100000" cy="1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dbt_project.yml 要点：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name: 'dbt_learn'        # 项目名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profile: 'dbt_learn'     # 对应 profiles.yml 的 key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model-paths: ['models']  # 模型目录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models: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dbt_learn: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+materialized: view  # 默认物化方式：view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4️⃣  写第一个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① 清掉示例文件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400000"/>
            <a:ext cx="4000000" cy="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0000" y="1480000"/>
            <a:ext cx="3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rm -rf models/example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1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② 创建 models/my_first_model.sql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2400000"/>
            <a:ext cx="4000000" cy="6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000" y="2480000"/>
            <a:ext cx="38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SELECT 1 AS id,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  'Hello dbt!' AS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3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③ 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3500000"/>
            <a:ext cx="4000000" cy="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0000" y="3580000"/>
            <a:ext cx="38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66"/>
                </a:solidFill>
                <a:latin typeface="Courier New"/>
              </a:defRPr>
            </a:pPr>
            <a:r>
              <a:t>dbt run</a:t>
            </a:r>
          </a:p>
          <a:p>
            <a:pPr>
              <a:defRPr sz="1200">
                <a:solidFill>
                  <a:srgbClr val="00CC66"/>
                </a:solidFill>
                <a:latin typeface="Courier New"/>
              </a:defRPr>
            </a:pPr>
            <a:endParaRPr/>
          </a:p>
          <a:p>
            <a:pPr>
              <a:defRPr sz="1200">
                <a:solidFill>
                  <a:srgbClr val="00CC66"/>
                </a:solidFill>
                <a:latin typeface="Courier New"/>
              </a:defRPr>
            </a:pPr>
            <a:r>
              <a:t>1 of 1 OK created sql view model</a:t>
            </a:r>
          </a:p>
          <a:p>
            <a:pPr>
              <a:defRPr sz="1200">
                <a:solidFill>
                  <a:srgbClr val="00CC66"/>
                </a:solidFill>
                <a:latin typeface="Courier New"/>
              </a:defRPr>
            </a:pPr>
            <a:r>
              <a:t>  main.my_first_model [OK in 0.02s]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000" y="1100000"/>
            <a:ext cx="4000000" cy="32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0000" y="1200000"/>
            <a:ext cx="37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44"/>
                </a:solidFill>
                <a:latin typeface="Arial"/>
              </a:defRPr>
            </a:pPr>
            <a:r>
              <a:t>✨ model 哲学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💡 一个 model = 一个 .sql 文件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里面就放一条 SELECT 语句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不需要 INSERT / CREATE TABLE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 自动用 SELECT 建 view/table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默认物化方式：view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每次 dbt run 重建 view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改 +materialized: table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就变成 DROP+CREATE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5️⃣  验证结果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200000"/>
            <a:ext cx="83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1280000"/>
            <a:ext cx="81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用 DuckDB CLI 直接查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duckdb dev.duckdb -c "SELECT * FROM my_first_model"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endParaRPr/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id | message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1  | Hello dbt!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28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0000" y="3100000"/>
            <a:ext cx="8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44"/>
                </a:solidFill>
                <a:latin typeface="Arial"/>
              </a:defRPr>
            </a:pPr>
            <a:r>
              <a:t>dbt debug  — 诊断连接和配置问题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3500000"/>
            <a:ext cx="8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dbt compile  — 编译生成完整 SQL（不执行），查看 dbt 到底跑了什么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41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000" y="4300000"/>
            <a:ext cx="83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 run 执行流程：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读 dbt_project.yml → 找 models/ → 解析依赖 → 编译 SQL → 执行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相当于 spark-submit 的简化版：解析 DAG → 按序执行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DuckDB 数据存在 dev.duckdb 文件里，打开就能看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✅  操作清单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8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创建 Python 虚拟环境（uv 或 venv）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pip install dbt-core dbt-duckdb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--version 验证安装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init dbt_learn 创建项目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配置 ~/.dbt/profiles.yml（DuckDB 连接）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写第一个 model：SELECT 1 AS id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run 执行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compile 查看编译后的 SQL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debug 诊断问题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duckdb dev.duckdb 验证数据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🛠️  同声传译 — 工程师视角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0000" y="11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dbt-core / dbt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3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Databricks Community vs Workspace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0" y="11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50000" y="11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000" y="1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Databricks Community vs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0000" y="11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0000" y="11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0000" y="13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免费本地 vs SaaS 付费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00" y="18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000" y="18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0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Spark JDBC connector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18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50000" y="18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0000" y="2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Spark JDBC connector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0000" y="18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0000" y="18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000" y="20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连不同数据库的插件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5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000" y="25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profiles.yml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27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spark-defaults.conf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000" y="25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50000" y="25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0000" y="27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spark-defaults.conf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0000" y="25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0000" y="25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0000" y="27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数据库连接配置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32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0000" y="32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dbt_project.yml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34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build.sbt / pom.xml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0" y="32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50000" y="32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50000" y="34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build.sbt / pom.xml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0000" y="32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0000" y="32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0000" y="34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项目元信息配置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0000" y="39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0000" y="39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dbt init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" y="41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mvn archetype:generate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0000" y="39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50000" y="39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0000" y="41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mvn archetype:generate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00000" y="39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0000" y="39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0000" y="41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一键脚手架生成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0000" y="4600000"/>
            <a:ext cx="25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0000" y="4650000"/>
            <a:ext cx="24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model (.sql)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000" y="48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DataFrame transformation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00000" y="4600000"/>
            <a:ext cx="27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50000" y="4650000"/>
            <a:ext cx="2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0000" y="48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DataFrame transformation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00000" y="4600000"/>
            <a:ext cx="3000000" cy="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0000" y="4650000"/>
            <a:ext cx="29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0000" y="48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一个文件 = 一个转换步骤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⚠️  工程师直觉陷阱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200000"/>
            <a:ext cx="8100000" cy="12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5555"/>
                </a:solidFill>
                <a:latin typeface="Arial"/>
              </a:defRPr>
            </a:pPr>
            <a:r>
              <a:t>🔥 直觉陷阱</a:t>
            </a:r>
            <a:br/>
            <a:r>
              <a:t>"dbt 初始化太简单了，目录模板会不会不够灵活？"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600000"/>
            <a:ext cx="8100000" cy="15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2700000"/>
            <a:ext cx="7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C99"/>
                </a:solidFill>
                <a:latin typeface="Arial"/>
              </a:defRPr>
            </a:pPr>
            <a:r>
              <a:t>✅ dbt 的哲学：约定优于配置</a:t>
            </a:r>
            <a:br/>
            <a:r>
              <a:t>• 目录结构是固定的：staging / intermediate / marts</a:t>
            </a:r>
            <a:br/>
            <a:r>
              <a:t>• 跟 Databricks 的 bronze / silver / gold 完全对应</a:t>
            </a:r>
            <a:br/>
            <a:r>
              <a:t>• 不要自己改目录，按约定来，别人秒懂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300000"/>
            <a:ext cx="8100000" cy="12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❓  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2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Q：dbt 命令找不到？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6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A：没有激活虚拟环境：source ~/.venvs/dbt/bin/activate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215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24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Q：profiles.yml 报错？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8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A：dbt debug 诊断连接 → 检查 type/path 是否匹配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335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0000" y="36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Q：model 没建出来？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4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A：dbt compile 编译查看生成的 SQL → 检查语法错误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455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000" y="48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44"/>
                </a:solidFill>
                <a:latin typeface="Arial"/>
              </a:defRPr>
            </a:pPr>
            <a:r>
              <a:t>Q：DuckDB 文件在哪？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52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A：当前目录下 dev.duckdb 文件，可用 SQLite 浏览器打开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P01 - 环境搭建 + 第一个项目 | Nick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7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C66"/>
                </a:solidFill>
                <a:latin typeface="Arial"/>
              </a:defRPr>
            </a:pPr>
            <a:r>
              <a:t>✅  本集完成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500000"/>
            <a:ext cx="7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你已学会：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00000"/>
            <a:ext cx="7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搭建 Python 虚拟环境 + 安装 dbt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init 创建项目，了解目录结构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写 model + dbt run 执行 +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45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4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DFF"/>
                </a:solidFill>
                <a:latin typeface="Arial"/>
              </a:defRPr>
            </a:pPr>
            <a:r>
              <a:t>下一集：P02 — ref / source / model：dbt 的灵魂三件套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配套代码：github.com/raycdut/dbt-learn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我是 Nick，下期见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1033</Words>
  <Application>Microsoft Macintosh PowerPoint</Application>
  <PresentationFormat>On-screen Show (4:3)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 chen</cp:lastModifiedBy>
  <cp:revision>2</cp:revision>
  <dcterms:created xsi:type="dcterms:W3CDTF">2013-01-27T09:14:16Z</dcterms:created>
  <dcterms:modified xsi:type="dcterms:W3CDTF">2026-05-14T02:56:52Z</dcterms:modified>
  <cp:category/>
</cp:coreProperties>
</file>