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CI/CD：从 commit 到生产的全自动流程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CI/CD：从 commit 到生产的全自动流程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流程：feature -&gt; PR -&gt; CI build -&gt; merge -&gt; CD deploy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Slim CI：只跑变更 model + 下游（5 分钟）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GitHub Actions 配置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state + defer：对比上次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steps:</a:t>
            </a:r>
            <a:br/>
            <a:r>
              <a:t>  - run: dbt deps</a:t>
            </a:r>
            <a:br/>
            <a:r>
              <a:t>  - run: dbt build --select state:modified+</a:t>
            </a:r>
            <a:br/>
            <a:r>
              <a:t>  - run: dbt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合入 main 后跑全量 + 归档 artifacts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