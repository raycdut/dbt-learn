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性能调优：dbt 跑慢了怎么办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性能调优：dbt 跑慢了怎么办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看日志：每个 model 的执行时长一目了然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正确选物化策略：view vs table vs incremental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cluster_by / partition_by 分片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state:modified+ 只跑变更的 model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--defer 引用生产数据，不重复构建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154679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$ dbt build --select state:modified+ \\</a:t>
            </a:r>
            <a:br/>
            <a:r>
              <a:t>           --defer --state ./prod_artifacts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增量选 append 比 merge 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