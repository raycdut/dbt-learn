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8"/>
    <p:restoredTop sz="94654"/>
  </p:normalViewPr>
  <p:slideViewPr>
    <p:cSldViewPr snapToGrid="0" snapToObjects="1">
      <p:cViewPr varScale="1">
        <p:scale>
          <a:sx n="131" d="100"/>
          <a:sy n="131" d="100"/>
        </p:scale>
        <p:origin x="6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ref / source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2D3EE"/>
                </a:solidFill>
                <a:latin typeface="Calibri"/>
              </a:defRPr>
            </a:pPr>
            <a:r>
              <a:t>dbt 的灵魂三件套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32004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Nick · github.com/raycdut/dbt-learn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三类对象的定位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011680" cy="6400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2011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stg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188720"/>
            <a:ext cx="2011680" cy="640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188720"/>
            <a:ext cx="20116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1887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1887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1887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source()                ref(source)              ref(stg)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54864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A3E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26080"/>
            <a:ext cx="5029200" cy="10972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声明上游原始数据（外部系统）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dbt 不拥有它，只消费它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→ sources.yml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468880"/>
            <a:ext cx="54864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A3E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26080"/>
            <a:ext cx="5029200" cy="10972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一个 .sql 文件 = 一个转换单元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staging → intermediate → marts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三层命名规范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A3E"/>
                </a:solidFill>
                <a:latin typeface="Calibri"/>
              </a:defRPr>
            </a:pPr>
            <a:r>
              <a:t>ref()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46320"/>
            <a:ext cx="5029200" cy="10972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跨 model 引用 + 自动构建 DAG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dbt 自动解析依赖顺序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换 target 自动环境隔离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891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A3E"/>
                </a:solidFill>
                <a:latin typeface="Calibri"/>
              </a:defRPr>
            </a:pPr>
            <a:r>
              <a:t>source()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46320"/>
            <a:ext cx="5029200" cy="10972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在 staging SQL 中引用原始表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代替硬编码库名/表名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来源 freshness 自动检查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source：声明上游数据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6126480" cy="3931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models/staging/sources.yml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version: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sources: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name: adventureworks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database: dev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schema: main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loader: seed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tables: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name: sales_order_header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        identifier: "Sales_SalesOrderHeader"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t>        loaded_at_field: ModifiedDate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name: customer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        identifier: "Sales_Customer"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  # ...共 11 张源表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18872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188720"/>
            <a:ext cx="54864" cy="137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0" y="1234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为什么放 staging 目录？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554480"/>
            <a:ext cx="4343400" cy="702756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dirty="0"/>
              <a:t>staging </a:t>
            </a:r>
            <a:r>
              <a:rPr dirty="0" err="1"/>
              <a:t>是唯一用</a:t>
            </a:r>
            <a:r>
              <a:rPr dirty="0"/>
              <a:t> source() </a:t>
            </a:r>
            <a:r>
              <a:rPr dirty="0" err="1"/>
              <a:t>接触原始数据的层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lang="en-CN" dirty="0"/>
              <a:t>下</a:t>
            </a:r>
            <a:r>
              <a:rPr dirty="0" err="1"/>
              <a:t>游全部用</a:t>
            </a:r>
            <a:r>
              <a:rPr dirty="0"/>
              <a:t> ref()，</a:t>
            </a:r>
            <a:r>
              <a:rPr dirty="0" err="1"/>
              <a:t>不需要知道原始表在哪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sources.yml</a:t>
            </a:r>
            <a:r>
              <a:rPr dirty="0"/>
              <a:t> </a:t>
            </a:r>
            <a:r>
              <a:rPr dirty="0" err="1"/>
              <a:t>相当于原始数据的门禁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315200" y="2834640"/>
            <a:ext cx="4572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283464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8803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version: 2 是什么？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00400"/>
            <a:ext cx="4343400" cy="8686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dbt YAML schema 版本号（非语义版本）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dbt 严格校验，只认 1 或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version 2 打开 columns 嵌套 tests、freshness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389120"/>
            <a:ext cx="4572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438912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0" y="44348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两个 YAML 文件的分工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754880"/>
            <a:ext cx="4343400" cy="685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sources.yml → 数据源定义（上游表在哪）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_staging__models.yml → 模型文档 + 数据测试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物化方式 + 分层最佳实践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onsolas"/>
              </a:defRPr>
            </a:pPr>
            <a:r>
              <a:t>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CREATE VIEW</a:t>
            </a:r>
            <a:br/>
            <a:r>
              <a:t>不存数据，实时查询</a:t>
            </a:r>
            <a:br/>
            <a:r>
              <a:t>→ staging 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91B2"/>
                </a:solidFill>
                <a:latin typeface="Consolas"/>
              </a:defRPr>
            </a:pPr>
            <a: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CREATE TABLE AS</a:t>
            </a:r>
            <a:br/>
            <a:r>
              <a:t>落盘存数据，查询快</a:t>
            </a:r>
            <a:br/>
            <a:r>
              <a:t>→ int / marts 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onsolas"/>
              </a:defRPr>
            </a:pPr>
            <a:r>
              <a:t>incremental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INSERT / MERGE</a:t>
            </a:r>
            <a:br/>
            <a:r>
              <a:t>只追加新数据</a:t>
            </a:r>
            <a:br/>
            <a:r>
              <a:t>→ 大数据量 marts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18872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188720"/>
            <a:ext cx="26517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4748B"/>
                </a:solidFill>
                <a:latin typeface="Consolas"/>
              </a:defRPr>
            </a:pPr>
            <a:r>
              <a:t>ephemeral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83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CTE 临时表</a:t>
            </a:r>
            <a:br/>
            <a:r>
              <a:t>仅本次查询存在</a:t>
            </a:r>
            <a:br/>
            <a:r>
              <a:t>← 几乎不用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54864" cy="18288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Staging →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3200400" cy="128016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列重命名、类型转换、去重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不做业务逻辑 JOIN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不浪费存储，永远反映最新数据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2004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200400"/>
            <a:ext cx="54864" cy="18288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Intermediate →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57600"/>
            <a:ext cx="3200400" cy="128016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多表 JOIN + 聚合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计算重 → 落盘存结果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数据量百万级以下全量重建很快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2004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200400"/>
            <a:ext cx="54864" cy="18288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A3E"/>
                </a:solidFill>
                <a:latin typeface="Calibri"/>
              </a:defRPr>
            </a:pPr>
            <a:r>
              <a:t>Marts → table / incremental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657600"/>
            <a:ext cx="3200400" cy="128016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面向 BI 工具直接消费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必须快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大数据量用 incremental + unique_key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ref()：模型间引用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9436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66928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stg_customer.sql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0B981"/>
                </a:solidFill>
                <a:latin typeface="Consolas"/>
              </a:defRPr>
            </a:pPr>
            <a:r>
              <a:t>FROM {{ source('adventureworks', 'customer') 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# int_person_overview.sql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business_entity_id,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full_name,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9E0B"/>
                </a:solidFill>
                <a:latin typeface="Consolas"/>
              </a:defRPr>
            </a:pPr>
            <a:r>
              <a:t>    person_type_label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FROM {{ ref('stg_person') }}  ← 自动解析依赖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18872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1188720"/>
            <a:ext cx="54864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234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A3E"/>
                </a:solidFill>
                <a:latin typeface="Calibri"/>
              </a:defRPr>
            </a:pPr>
            <a:r>
              <a:t>自动构建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554480"/>
            <a:ext cx="4800600" cy="4114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dbt 解析所有 ref() → 建依赖图 → 按顺序执行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19456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219456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A3E"/>
                </a:solidFill>
                <a:latin typeface="Calibri"/>
              </a:defRPr>
            </a:pPr>
            <a:r>
              <a:t>环境隔离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560320"/>
            <a:ext cx="4800600" cy="4114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dev.target → dev 库，prod → prod 库，SQL 不用改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20040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0" y="320040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A3E"/>
                </a:solidFill>
                <a:latin typeface="Calibri"/>
              </a:defRPr>
            </a:pPr>
            <a:r>
              <a:t>版本控制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566160"/>
            <a:ext cx="4800600" cy="41148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ref('stg_person', version=1) → 新旧并存逐步迁移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💡 ref() 只看文件名不看目录 — 把 stg_person.sql 移到任何目录，ref('stg_person') 照样能找到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dbt 上云架构（Snowflake）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200400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  <a:br/>
            <a:r>
              <a:t>(代码仓库)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3200400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dbt Cloud</a:t>
            </a:r>
            <a:br/>
            <a:r>
              <a:t>(编译 + 调度)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32004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Snowflake</a:t>
            </a:r>
            <a:br/>
            <a:r>
              <a:t>(执行 + 存储)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8872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A3E"/>
                </a:solidFill>
                <a:latin typeface="Calibri"/>
              </a:defRPr>
            </a:pPr>
            <a:r>
              <a:t>本地开发 vs 云上生产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017520"/>
            <a:ext cx="2286000" cy="4114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3017520"/>
            <a:ext cx="4114800" cy="4114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3017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本地开发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017520"/>
            <a:ext cx="4114800" cy="4114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云上生产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A3E"/>
                </a:solidFill>
                <a:latin typeface="Calibri"/>
              </a:defRPr>
            </a:pPr>
            <a:r>
              <a:t>数据库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42900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DuckDB (dev.duckdb)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42900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Snowflake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84048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A3E"/>
                </a:solidFill>
                <a:latin typeface="Calibri"/>
              </a:defRPr>
            </a:pPr>
            <a:r>
              <a:t>profiles.yml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840480"/>
            <a:ext cx="4114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type: duckdb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840480"/>
            <a:ext cx="4114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type: snowflake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25196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A3E"/>
                </a:solidFill>
                <a:latin typeface="Calibri"/>
              </a:defRPr>
            </a:pPr>
            <a:r>
              <a:t>SQL 代码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5196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完全一样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425196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完全一样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66344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663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A3E"/>
                </a:solidFill>
                <a:latin typeface="Calibri"/>
              </a:defRPr>
            </a:pPr>
            <a:r>
              <a:t>调度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663440"/>
            <a:ext cx="4114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手动 dbt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663440"/>
            <a:ext cx="4114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dbt Cloud / Airflow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4155"/>
                </a:solidFill>
                <a:latin typeface="Calibri"/>
              </a:defRPr>
            </a:pPr>
            <a:r>
              <a:t>💡 dbt Cloud 不存数据，只负责编译 SQL 发给 Snowflake 执行。就像本地 dbt → DuckDB — 换了数据库，代码不改。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常用命令速查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97663" y="1227631"/>
            <a:ext cx="4572000" cy="4114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7663" y="122763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命令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9663" y="1227631"/>
            <a:ext cx="6400800" cy="411480"/>
          </a:xfrm>
          <a:prstGeom prst="rect">
            <a:avLst/>
          </a:prstGeom>
          <a:solidFill>
            <a:srgbClr val="0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69663" y="122763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作用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663" y="1639111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7663" y="163911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9663" y="1639111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69663" y="163911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一站式：seed + run +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663" y="2050591"/>
            <a:ext cx="4572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663" y="205059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seed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9663" y="2050591"/>
            <a:ext cx="6400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9663" y="205059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导入 CSV 种子数据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663" y="2462071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663" y="246207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9663" y="2462071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69663" y="246207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运行所有 model（建表/view）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663" y="2873551"/>
            <a:ext cx="4572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663" y="287355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9663" y="2873551"/>
            <a:ext cx="6400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69663" y="287355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运行数据测试（unique/not_null）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663" y="3285031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663" y="328503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source freshness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69663" y="3285031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69663" y="328503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检查源数据是否过期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663" y="3696511"/>
            <a:ext cx="4572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663" y="369651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compile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69663" y="3696511"/>
            <a:ext cx="6400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69663" y="369651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只编译 SQL 不执行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663" y="4107991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7663" y="410799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docs generate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9663" y="4107991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69663" y="410799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生成文档站点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7663" y="4519471"/>
            <a:ext cx="4572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663" y="451947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91B2"/>
                </a:solidFill>
                <a:latin typeface="Consolas"/>
              </a:defRPr>
            </a:pPr>
            <a:r>
              <a:t>dbt 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69663" y="4519471"/>
            <a:ext cx="6400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69663" y="451947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Calibri"/>
              </a:defRPr>
            </a:pPr>
            <a:r>
              <a:t>列出所有资源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Arial Black"/>
              </a:defRPr>
            </a:pPr>
            <a: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2743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2D3EE"/>
                </a:solidFill>
                <a:latin typeface="Calibri"/>
              </a:defRPr>
            </a:pPr>
            <a:r>
              <a:t>配套代码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github.com/raycdut/dbt-learn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579</Words>
  <Application>Microsoft Macintosh PowerPoint</Application>
  <PresentationFormat>Widescreen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 chen</cp:lastModifiedBy>
  <cp:revision>2</cp:revision>
  <dcterms:created xsi:type="dcterms:W3CDTF">2013-01-27T09:14:16Z</dcterms:created>
  <dcterms:modified xsi:type="dcterms:W3CDTF">2026-05-16T00:41:12Z</dcterms:modified>
  <cp:category/>
</cp:coreProperties>
</file>