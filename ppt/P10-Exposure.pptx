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Exposure + 语义层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Exposure + 语义层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Exposure：声明谁在用你的数据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dashboard / notebook / ml / application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depends_on + owner：影响分析 + 找对人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语义层：统一业务口径管理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exposures:</a:t>
            </a:r>
            <a:br/>
            <a:r>
              <a:t>  - name: weekly_sales</a:t>
            </a:r>
            <a:br/>
            <a:r>
              <a:t>    type: dashboard</a:t>
            </a:r>
            <a:br/>
            <a:r>
              <a:t>    depends_on:</a:t>
            </a:r>
            <a:br/>
            <a:r>
              <a:t>      - ref('fct_orders')</a:t>
            </a:r>
            <a:br/>
            <a:r>
              <a:t>    owner:</a:t>
            </a:r>
            <a:br/>
            <a:r>
              <a:t>      name: Sales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改表之前先看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