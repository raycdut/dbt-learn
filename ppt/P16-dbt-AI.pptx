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4E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dbt + AI：让模型自己写自己</a:t>
            </a:r>
          </a:p>
          <a:p>
            <a:pPr algn="ctr">
              <a:defRPr sz="1800">
                <a:solidFill>
                  <a:srgbClr val="BBCCEE"/>
                </a:solidFill>
                <a:latin typeface="PingFang SC"/>
              </a:defRPr>
            </a:pPr>
            <a:r>
              <a:t>dbt 从入门到精通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AADD"/>
                </a:solidFill>
                <a:latin typeface="PingFang SC"/>
              </a:defRPr>
            </a:pPr>
            <a:r>
              <a:t>Nick github.com/raycdut/dbt-learn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0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600" b="1">
                <a:solidFill>
                  <a:srgbClr val="FFFFFF"/>
                </a:solidFill>
                <a:latin typeface="PingFang SC"/>
              </a:defRPr>
            </a:pPr>
            <a:r>
              <a:t>dbt + AI：让模型自己写自己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codegen：已有表的反向生成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LLM 生成 model SQL + schema.yml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AI 自动修复失败测试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PingFang SC"/>
              </a:defRPr>
            </a:pPr>
            <a:r>
              <a:t>最佳实践：AI 写草稿 -&gt; review -&gt; dbt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7772400" cy="1463040"/>
          </a:xfrm>
          <a:prstGeom prst="roundRect">
            <a:avLst/>
          </a:prstGeom>
          <a:solidFill>
            <a:srgbClr val="F3F4F6"/>
          </a:solidFill>
          <a:ln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1E293B"/>
                </a:solidFill>
                <a:latin typeface="Menlo"/>
              </a:defRPr>
            </a:pPr>
            <a:r>
              <a:t>$ dbt run-operation generate_source \\</a:t>
            </a:r>
            <a:br/>
            <a:r>
              <a:t>  --args '{"schema_name": "main"}'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PingFang SC"/>
              </a:defRPr>
            </a:pPr>
            <a:r>
              <a:t>AI 加速开发，但不替代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04E8A"/>
                </a:solidFill>
                <a:latin typeface="PingFang SC"/>
              </a:defRPr>
            </a:pPr>
            <a:r>
              <a:t>谢谢观看</a:t>
            </a:r>
          </a:p>
          <a:p>
            <a:pPr algn="ctr">
              <a:defRPr sz="1600">
                <a:solidFill>
                  <a:srgbClr val="6B7280"/>
                </a:solidFill>
                <a:latin typeface="PingFang SC"/>
              </a:defRPr>
            </a:pPr>
            <a:r>
              <a:t>配套代码：github.com/raycdut/dbt-learn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