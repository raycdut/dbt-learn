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Bronze / Silver / Gold 数据分层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Bronze / Silver / Gold 数据分层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Bronze(stg)：原始映射，只做清洗不修改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Silver(int)：join + 聚合，中间整合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Gold(marts)：维度+事实，面向业务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命名规范：stg_ / int_ / dim_ / fct_ / rpt_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Bronze        Silver        Gold</a:t>
            </a:r>
            <a:br/>
            <a:r>
              <a:t>stg_orders -&gt; int_customer -&gt; fct_orders</a:t>
            </a:r>
            <a:br/>
            <a:r>
              <a:t>                              dim_customers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Medallion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