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快照（SCD Type 2）：一行配置搞定历史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快照（SCD Type 2）：一行配置搞定历史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快照记录维度表的历史变化，保留所有版本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自动字段：dbt_valid_from / dbt_valid_to / dbt_scd_id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timestamp / check_cols 两种策略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invalidate_hard_deletes 处理物理删除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{% snapshot customer_snapshot %}</a:t>
            </a:r>
            <a:br/>
            <a:r>
              <a:t>  {{ config(target_schema='snapshots', unique_key='customer_id',</a:t>
            </a:r>
            <a:br/>
            <a:r>
              <a:t>             strategy='timestamp', updated_at='updated_at') }}</a:t>
            </a:r>
            <a:br/>
            <a:r>
              <a:t>  SELECT * FROM {{ source('raw', 'customers') }}</a:t>
            </a:r>
            <a:br/>
            <a:r>
              <a:t>{% endsnapshot %}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适合客户/产品/组织架构等维度表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